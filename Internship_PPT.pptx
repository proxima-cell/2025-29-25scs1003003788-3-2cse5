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502920"/>
            <a:ext cx="1188720" cy="11521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828800"/>
            <a:ext cx="1216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0" y="233172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251960" y="2880360"/>
            <a:ext cx="36576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306324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Outreach Internship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0" y="36118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Selection &amp; Engagement Report — Pawzz Foundation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91840" y="4434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0" y="4434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Nehal Alam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91840" y="4818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0" y="48188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25SCS1003003788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91840" y="5202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17920" y="52029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 &amp; ML)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91840" y="55869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17920" y="55869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Pawzz Foundation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Organization — Pawzz Foundation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675120" cy="4937760"/>
          </a:xfrm>
          <a:prstGeom prst="roundRect">
            <a:avLst>
              <a:gd name="adj" fmla="val 1481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087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Pawzz Foundation is an animal welfare organization based in Gurgaon, India.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an online platform that connects animal lovers, pet parents, veterinary clinics, and NGOs — enabling people to volunteer, adopt, fund campaigns, and share rescue stories.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6035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balancing the human–animal ecosystem across India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verified network of clinics, NGOs, and pet businesses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Engages pet parents and supporters through digital outreach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remote, outreach-driven internship roles via Internshala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0" y="1234440"/>
            <a:ext cx="4114800" cy="493776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0" y="1874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Welfare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Pet-Tech Platform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0" y="2880360"/>
            <a:ext cx="32918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3337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Gurgaon, Haryana, India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0" y="3886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OFFERED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4160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Outreach (S&amp;O) Intern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4892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5166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/ Virtual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Sales &amp; Outreach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Sales &amp; Outreach Role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described in the internship listing, the Sales &amp; Outreach role at Pawzz is typically centered on the following responsibilities: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87752" cy="3931920"/>
          </a:xfrm>
          <a:prstGeom prst="roundRect">
            <a:avLst>
              <a:gd name="adj" fmla="val 282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2476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22476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Outreach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1305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veterinary clinics, pet businesses, NGOs, and rescuers to introduce Pawzz and onboard them onto its verified network.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920240"/>
            <a:ext cx="2587752" cy="393192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8828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38828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47872" y="297180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Engagement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93592" y="3566160"/>
            <a:ext cx="21305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pet parents through social media and outbound outreach to understand needs and generate interest.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920240"/>
            <a:ext cx="2587752" cy="3931920"/>
          </a:xfrm>
          <a:prstGeom prst="roundRect">
            <a:avLst>
              <a:gd name="adj" fmla="val 282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518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551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64224" y="297180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Records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9944" y="3566160"/>
            <a:ext cx="21305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market research, build contact databases, and maintain records as per internal processes.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97696" y="1920240"/>
            <a:ext cx="2587752" cy="393192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71532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971532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80576" y="297180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Building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26296" y="3566160"/>
            <a:ext cx="21305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with leads, gather feedback, and support business development efforts to expand reach.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Sales &amp; Outreach Internship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Engagement with Pawzz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6DE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internship was completed at a light, correspondence level rather than as a full structured project. The account below reflects only the actual activity undertaken.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864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the Sales and Outreach (S&amp;O) internship at Pawzz through Internshala; Certificate of Selection issued on October 9, 2025.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4864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Outreach Emails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3291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emails to the Pawzz team to establish contact virtually regarding the internship.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54864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06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Correspondence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4206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multiple replies from the organization in response to the outreach emails.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54864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0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Completed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5120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was limited to this virtual correspondence; no further structured tasks, targets, or deliverables were undertaken beyond this stage.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Sales &amp; Outreach Internship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5727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Communication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drafting and sending formal outreach emails to an organization.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16459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15727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Outreach Roles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22860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a clearer picture of what a Sales &amp; Outreach internship in a mission-driven organization involves.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0416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Organizational Awareness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754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about Pawzz's mission and its model of connecting pet parents, clinics, and NGOs.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41148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0" y="40416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for Growth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20840" y="4754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that completing the full task list would have required sustained follow-through beyond initial correspondence.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Sales &amp; Outreach Internship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Selection</a:t>
            </a:r>
            <a:endParaRPr lang="en-US" sz="3000" dirty="0"/>
          </a:p>
        </p:txBody>
      </p:sp>
      <p:pic>
        <p:nvPicPr>
          <p:cNvPr id="3" name="Image 0" descr="certific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51760" y="1234440"/>
            <a:ext cx="6858000" cy="4892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Sales &amp; Outreach Internship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166360" y="1508760"/>
            <a:ext cx="18288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2103120"/>
            <a:ext cx="9235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selected for the Sales &amp; Outreach internship at Pawzz Foundation offered an initial, real point of contact with a mission-driven organization. </a:t>
            </a:r>
            <a:endParaRPr lang="en-US" sz="15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engagement stayed at the level of outreach correspondence rather than a completed project, it provided a genuine, if limited, first exposure to professional communication and the outreach-based work such organizations run 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0" y="512064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2026-09-17T18:31:25Z</dcterms:created>
  <dcterms:modified xsi:type="dcterms:W3CDTF">2026-09-17T18:31:25Z</dcterms:modified>
</cp:coreProperties>
</file>